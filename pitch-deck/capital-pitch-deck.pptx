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02"/>
    <p:restoredTop sz="94649"/>
  </p:normalViewPr>
  <p:slideViewPr>
    <p:cSldViewPr snapToGrid="0" snapToObjects="1">
      <p:cViewPr varScale="1">
        <p:scale>
          <a:sx n="147" d="100"/>
          <a:sy n="147" d="100"/>
        </p:scale>
        <p:origin x="23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>
                <a:solidFill>
                  <a:srgbClr val="141413"/>
                </a:solidFill>
                <a:latin typeface="Charter"/>
              </a:rPr>
              <a:t>Capital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393192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04E49"/>
                </a:solidFill>
                <a:latin typeface="Charter"/>
              </a:rPr>
              <a:t>The deal-flow operating system for January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6A64"/>
                </a:solidFill>
                <a:latin typeface="Charter"/>
              </a:rPr>
              <a:t>Kevin Sucasa  ·  January Capital x Lyra Hackathon ·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>
                <a:solidFill>
                  <a:srgbClr val="141413"/>
                </a:solidFill>
                <a:latin typeface="Charter"/>
              </a:rPr>
              <a:t>The bottleneck isn't sourcing.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828800"/>
            <a:ext cx="914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979676" y="274320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10,000+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676" y="43891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Deals screened per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4316" y="274320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4316" y="43891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Full-time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48956" y="274320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8956" y="43891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Portfolio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20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02  ·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2800" b="0" i="0" dirty="0">
                <a:solidFill>
                  <a:srgbClr val="141413"/>
                </a:solidFill>
                <a:latin typeface="Charter"/>
              </a:rPr>
              <a:t>Application, Insight, Memo</a:t>
            </a:r>
            <a:endParaRPr sz="2800" b="0" i="0" dirty="0">
              <a:solidFill>
                <a:srgbClr val="141413"/>
              </a:solidFill>
              <a:latin typeface="Charter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097280" y="196596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A URL, a founder invite, or a watch target — all converge on the same scored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4423D-D0BE-3F59-9DA8-90FDA070E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668" y="2274090"/>
            <a:ext cx="2112916" cy="27592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BA9BF3-788E-CFF0-CEE8-FBDEBB985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7608"/>
            <a:ext cx="2284303" cy="27922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3747EE-DECA-B070-0B4D-EB7810EC2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219" y="2249586"/>
            <a:ext cx="4671803" cy="2759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03  ·  WATCH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141413"/>
                </a:solidFill>
                <a:latin typeface="Charter"/>
              </a:rPr>
              <a:t>One loop. Four steps. Live, on a real deal.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96596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286000"/>
            <a:ext cx="26289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4460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4460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URL alone, or send a token-gated /apply link. Either way, market + founder research lanes spin up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300" y="2286000"/>
            <a:ext cx="26289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300" y="3154680"/>
            <a:ext cx="24460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3794760"/>
            <a:ext cx="24460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Cron scans HN Launch, ProductHunt, TechCrunch, BusinessWire — plus pinned web pages and X profiles per deal.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26289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154680"/>
            <a:ext cx="24460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94760"/>
            <a:ext cx="24460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Your diligence library runs on every signal. Pass / concern / fail, each cited to 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2286000"/>
            <a:ext cx="26289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3154680"/>
            <a:ext cx="24460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Memo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3794760"/>
            <a:ext cx="24460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Narrative + executive summary, 1-3 pages, versioned. Re-renders the moment state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04  ·  TECHNICAL DEPTH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9048" y="914400"/>
            <a:ext cx="0" cy="5303520"/>
          </a:xfrm>
          <a:prstGeom prst="line">
            <a:avLst/>
          </a:prstGeom>
          <a:ln w="12700">
            <a:solidFill>
              <a:srgbClr val="E8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10972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04E49"/>
                </a:solidFill>
                <a:latin typeface="Charter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Charter"/>
              </a:rPr>
              <a:t>Why it holds up on real money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2011680"/>
            <a:ext cx="105156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3774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Charter"/>
              </a:rPr>
              <a:t>Effect-TS durable execution + cron, Postgres-backed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Charter"/>
              </a:rPr>
              <a:t>OpenAI Responses + web search + file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>
                <a:solidFill>
                  <a:srgbClr val="6B6A64"/>
                </a:solidFill>
                <a:latin typeface="Charter"/>
              </a:rPr>
              <a:t>Railway deploy, fronted by Cloudflare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Every claim cites the exact source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Deterministic re-runs; engine-versioned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Apply invites are token-hashed, single-use, expiring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46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Adding a check is a definition file, not a retrain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05  · 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Charter"/>
              </a:rPr>
              <a:t>Replaces three tools with one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D3D3A"/>
                </a:solidFill>
                <a:latin typeface="Charter"/>
              </a:rPr>
              <a:t>Founder intake form, market intelligence subscription, IC memo template — Capital collapses all three into a single state machine your team already knows how to read. Runs at prod volumes today. Your check library imports in a day, your /apply page is brandable, watch targets are configurable per deal — pin a customer page, an X account, anything that signals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>
                <a:solidFill>
                  <a:srgbClr val="141413"/>
                </a:solidFill>
                <a:latin typeface="Charter"/>
              </a:rPr>
              <a:t>Pilot Capital on 10 live deals from your pipeline.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411480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336</Words>
  <Application>Microsoft Macintosh PowerPoint</Application>
  <PresentationFormat>Custom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Charter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Cherelynn Olivo</cp:lastModifiedBy>
  <cp:revision>2</cp:revision>
  <dcterms:created xsi:type="dcterms:W3CDTF">2013-01-27T09:14:16Z</dcterms:created>
  <dcterms:modified xsi:type="dcterms:W3CDTF">2026-04-30T04:12:04Z</dcterms:modified>
  <cp:category/>
</cp:coreProperties>
</file>